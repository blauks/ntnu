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579624-8774-C44D-9174-19D6B763BBDC}" v="910" dt="2022-03-15T19:50:45.851"/>
    <p1510:client id="{88C6B30E-18D1-4E84-B993-E719A08884F3}" v="45" dt="2022-03-16T07:24:08.164"/>
    <p1510:client id="{CA0CB86C-F095-410A-917B-75664C573356}" v="365" dt="2022-03-15T19:37:27.421"/>
    <p1510:client id="{F22D3A6E-8858-4FED-9BF4-A5BAD516C2CD}" v="404" dt="2022-03-15T19:35:10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da Marie Grefsgård Mannsverk" userId="S::immannsv@ntnu.no::70475fdd-f6a8-40b8-a095-85e0496118ce" providerId="AD" clId="Web-{CA0CB86C-F095-410A-917B-75664C573356}"/>
    <pc:docChg chg="addSld modSld">
      <pc:chgData name="Ida Marie Grefsgård Mannsverk" userId="S::immannsv@ntnu.no::70475fdd-f6a8-40b8-a095-85e0496118ce" providerId="AD" clId="Web-{CA0CB86C-F095-410A-917B-75664C573356}" dt="2022-03-15T19:37:27.421" v="361" actId="20577"/>
      <pc:docMkLst>
        <pc:docMk/>
      </pc:docMkLst>
      <pc:sldChg chg="modSp">
        <pc:chgData name="Ida Marie Grefsgård Mannsverk" userId="S::immannsv@ntnu.no::70475fdd-f6a8-40b8-a095-85e0496118ce" providerId="AD" clId="Web-{CA0CB86C-F095-410A-917B-75664C573356}" dt="2022-03-15T19:30:45.676" v="122" actId="20577"/>
        <pc:sldMkLst>
          <pc:docMk/>
          <pc:sldMk cId="2514232111" sldId="257"/>
        </pc:sldMkLst>
        <pc:spChg chg="mod">
          <ac:chgData name="Ida Marie Grefsgård Mannsverk" userId="S::immannsv@ntnu.no::70475fdd-f6a8-40b8-a095-85e0496118ce" providerId="AD" clId="Web-{CA0CB86C-F095-410A-917B-75664C573356}" dt="2022-03-15T19:30:45.676" v="122" actId="20577"/>
          <ac:spMkLst>
            <pc:docMk/>
            <pc:sldMk cId="2514232111" sldId="257"/>
            <ac:spMk id="3" creationId="{0B14E9A3-E653-48E1-B60C-95AC37324AC9}"/>
          </ac:spMkLst>
        </pc:spChg>
      </pc:sldChg>
      <pc:sldChg chg="modSp new">
        <pc:chgData name="Ida Marie Grefsgård Mannsverk" userId="S::immannsv@ntnu.no::70475fdd-f6a8-40b8-a095-85e0496118ce" providerId="AD" clId="Web-{CA0CB86C-F095-410A-917B-75664C573356}" dt="2022-03-15T19:37:27.421" v="361" actId="20577"/>
        <pc:sldMkLst>
          <pc:docMk/>
          <pc:sldMk cId="3763847179" sldId="259"/>
        </pc:sldMkLst>
        <pc:spChg chg="mod">
          <ac:chgData name="Ida Marie Grefsgård Mannsverk" userId="S::immannsv@ntnu.no::70475fdd-f6a8-40b8-a095-85e0496118ce" providerId="AD" clId="Web-{CA0CB86C-F095-410A-917B-75664C573356}" dt="2022-03-15T19:30:45.864" v="124" actId="20577"/>
          <ac:spMkLst>
            <pc:docMk/>
            <pc:sldMk cId="3763847179" sldId="259"/>
            <ac:spMk id="2" creationId="{FCB761C4-8F85-493C-A0B6-F30B1F88DAFF}"/>
          </ac:spMkLst>
        </pc:spChg>
        <pc:spChg chg="mod">
          <ac:chgData name="Ida Marie Grefsgård Mannsverk" userId="S::immannsv@ntnu.no::70475fdd-f6a8-40b8-a095-85e0496118ce" providerId="AD" clId="Web-{CA0CB86C-F095-410A-917B-75664C573356}" dt="2022-03-15T19:37:27.421" v="361" actId="20577"/>
          <ac:spMkLst>
            <pc:docMk/>
            <pc:sldMk cId="3763847179" sldId="259"/>
            <ac:spMk id="3" creationId="{0DA4742F-EDE4-4CF5-96C9-54BC40D8BA03}"/>
          </ac:spMkLst>
        </pc:spChg>
      </pc:sldChg>
    </pc:docChg>
  </pc:docChgLst>
  <pc:docChgLst>
    <pc:chgData name="Ida Marie Grefsgård Mannsverk" userId="70475fdd-f6a8-40b8-a095-85e0496118ce" providerId="ADAL" clId="{81579624-8774-C44D-9174-19D6B763BBDC}"/>
    <pc:docChg chg="undo redo custSel addSld modSld">
      <pc:chgData name="Ida Marie Grefsgård Mannsverk" userId="70475fdd-f6a8-40b8-a095-85e0496118ce" providerId="ADAL" clId="{81579624-8774-C44D-9174-19D6B763BBDC}" dt="2022-03-15T19:50:45.852" v="903" actId="403"/>
      <pc:docMkLst>
        <pc:docMk/>
      </pc:docMkLst>
      <pc:sldChg chg="addSp delSp modSp mod setBg">
        <pc:chgData name="Ida Marie Grefsgård Mannsverk" userId="70475fdd-f6a8-40b8-a095-85e0496118ce" providerId="ADAL" clId="{81579624-8774-C44D-9174-19D6B763BBDC}" dt="2022-03-15T19:43:52.650" v="99" actId="1076"/>
        <pc:sldMkLst>
          <pc:docMk/>
          <pc:sldMk cId="501456296" sldId="256"/>
        </pc:sldMkLst>
        <pc:spChg chg="mod">
          <ac:chgData name="Ida Marie Grefsgård Mannsverk" userId="70475fdd-f6a8-40b8-a095-85e0496118ce" providerId="ADAL" clId="{81579624-8774-C44D-9174-19D6B763BBDC}" dt="2022-03-15T19:43:47.350" v="98" actId="1076"/>
          <ac:spMkLst>
            <pc:docMk/>
            <pc:sldMk cId="501456296" sldId="256"/>
            <ac:spMk id="2" creationId="{FEDAAC9F-17F2-442F-999E-27E70FE64ABC}"/>
          </ac:spMkLst>
        </pc:spChg>
        <pc:spChg chg="mod">
          <ac:chgData name="Ida Marie Grefsgård Mannsverk" userId="70475fdd-f6a8-40b8-a095-85e0496118ce" providerId="ADAL" clId="{81579624-8774-C44D-9174-19D6B763BBDC}" dt="2022-03-15T19:43:52.650" v="99" actId="1076"/>
          <ac:spMkLst>
            <pc:docMk/>
            <pc:sldMk cId="501456296" sldId="256"/>
            <ac:spMk id="3" creationId="{D6B78B3E-48AD-44C7-8A1C-51B41F88C209}"/>
          </ac:spMkLst>
        </pc:spChg>
        <pc:spChg chg="add del">
          <ac:chgData name="Ida Marie Grefsgård Mannsverk" userId="70475fdd-f6a8-40b8-a095-85e0496118ce" providerId="ADAL" clId="{81579624-8774-C44D-9174-19D6B763BBDC}" dt="2022-03-15T19:38:52.276" v="29" actId="26606"/>
          <ac:spMkLst>
            <pc:docMk/>
            <pc:sldMk cId="501456296" sldId="256"/>
            <ac:spMk id="71" creationId="{91DC6ABD-215C-4EA8-A483-CEF5B99AB385}"/>
          </ac:spMkLst>
        </pc:spChg>
        <pc:spChg chg="add del">
          <ac:chgData name="Ida Marie Grefsgård Mannsverk" userId="70475fdd-f6a8-40b8-a095-85e0496118ce" providerId="ADAL" clId="{81579624-8774-C44D-9174-19D6B763BBDC}" dt="2022-03-15T19:38:52.276" v="29" actId="26606"/>
          <ac:spMkLst>
            <pc:docMk/>
            <pc:sldMk cId="501456296" sldId="256"/>
            <ac:spMk id="77" creationId="{04357C93-F0CB-4A1C-8F77-4E9063789819}"/>
          </ac:spMkLst>
        </pc:spChg>
        <pc:spChg chg="add del">
          <ac:chgData name="Ida Marie Grefsgård Mannsverk" userId="70475fdd-f6a8-40b8-a095-85e0496118ce" providerId="ADAL" clId="{81579624-8774-C44D-9174-19D6B763BBDC}" dt="2022-03-15T19:39:23.831" v="34" actId="26606"/>
          <ac:spMkLst>
            <pc:docMk/>
            <pc:sldMk cId="501456296" sldId="256"/>
            <ac:spMk id="78" creationId="{B81933D1-5615-42C7-9C0B-4EB7105CCE2D}"/>
          </ac:spMkLst>
        </pc:spChg>
        <pc:spChg chg="add del">
          <ac:chgData name="Ida Marie Grefsgård Mannsverk" userId="70475fdd-f6a8-40b8-a095-85e0496118ce" providerId="ADAL" clId="{81579624-8774-C44D-9174-19D6B763BBDC}" dt="2022-03-15T19:39:23.831" v="34" actId="26606"/>
          <ac:spMkLst>
            <pc:docMk/>
            <pc:sldMk cId="501456296" sldId="256"/>
            <ac:spMk id="80" creationId="{19C9EAEA-39D0-4B0E-A0EB-51E7B26740B1}"/>
          </ac:spMkLst>
        </pc:spChg>
        <pc:spChg chg="add del">
          <ac:chgData name="Ida Marie Grefsgård Mannsverk" userId="70475fdd-f6a8-40b8-a095-85e0496118ce" providerId="ADAL" clId="{81579624-8774-C44D-9174-19D6B763BBDC}" dt="2022-03-15T19:39:22.512" v="32" actId="26606"/>
          <ac:spMkLst>
            <pc:docMk/>
            <pc:sldMk cId="501456296" sldId="256"/>
            <ac:spMk id="1028" creationId="{026A84AF-6F58-471A-BF1F-10D8C03511C4}"/>
          </ac:spMkLst>
        </pc:spChg>
        <pc:spChg chg="add del">
          <ac:chgData name="Ida Marie Grefsgård Mannsverk" userId="70475fdd-f6a8-40b8-a095-85e0496118ce" providerId="ADAL" clId="{81579624-8774-C44D-9174-19D6B763BBDC}" dt="2022-03-15T19:39:23.831" v="34" actId="26606"/>
          <ac:spMkLst>
            <pc:docMk/>
            <pc:sldMk cId="501456296" sldId="256"/>
            <ac:spMk id="1030" creationId="{47942995-B07F-4636-9A06-C6A104B260A8}"/>
          </ac:spMkLst>
        </pc:spChg>
        <pc:spChg chg="add del">
          <ac:chgData name="Ida Marie Grefsgård Mannsverk" userId="70475fdd-f6a8-40b8-a095-85e0496118ce" providerId="ADAL" clId="{81579624-8774-C44D-9174-19D6B763BBDC}" dt="2022-03-15T19:39:26.129" v="36" actId="26606"/>
          <ac:spMkLst>
            <pc:docMk/>
            <pc:sldMk cId="501456296" sldId="256"/>
            <ac:spMk id="1033" creationId="{91DC6ABD-215C-4EA8-A483-CEF5B99AB385}"/>
          </ac:spMkLst>
        </pc:spChg>
        <pc:spChg chg="add del">
          <ac:chgData name="Ida Marie Grefsgård Mannsverk" userId="70475fdd-f6a8-40b8-a095-85e0496118ce" providerId="ADAL" clId="{81579624-8774-C44D-9174-19D6B763BBDC}" dt="2022-03-15T19:39:26.129" v="36" actId="26606"/>
          <ac:spMkLst>
            <pc:docMk/>
            <pc:sldMk cId="501456296" sldId="256"/>
            <ac:spMk id="1037" creationId="{04357C93-F0CB-4A1C-8F77-4E9063789819}"/>
          </ac:spMkLst>
        </pc:spChg>
        <pc:spChg chg="add">
          <ac:chgData name="Ida Marie Grefsgård Mannsverk" userId="70475fdd-f6a8-40b8-a095-85e0496118ce" providerId="ADAL" clId="{81579624-8774-C44D-9174-19D6B763BBDC}" dt="2022-03-15T19:39:26.135" v="37" actId="26606"/>
          <ac:spMkLst>
            <pc:docMk/>
            <pc:sldMk cId="501456296" sldId="256"/>
            <ac:spMk id="1039" creationId="{026A84AF-6F58-471A-BF1F-10D8C03511C4}"/>
          </ac:spMkLst>
        </pc:spChg>
        <pc:grpChg chg="add del">
          <ac:chgData name="Ida Marie Grefsgård Mannsverk" userId="70475fdd-f6a8-40b8-a095-85e0496118ce" providerId="ADAL" clId="{81579624-8774-C44D-9174-19D6B763BBDC}" dt="2022-03-15T19:38:52.276" v="29" actId="26606"/>
          <ac:grpSpMkLst>
            <pc:docMk/>
            <pc:sldMk cId="501456296" sldId="256"/>
            <ac:grpSpMk id="73" creationId="{3AF6A671-C637-4547-85F4-51B6D1881399}"/>
          </ac:grpSpMkLst>
        </pc:grpChg>
        <pc:grpChg chg="add del">
          <ac:chgData name="Ida Marie Grefsgård Mannsverk" userId="70475fdd-f6a8-40b8-a095-85e0496118ce" providerId="ADAL" clId="{81579624-8774-C44D-9174-19D6B763BBDC}" dt="2022-03-15T19:39:23.831" v="34" actId="26606"/>
          <ac:grpSpMkLst>
            <pc:docMk/>
            <pc:sldMk cId="501456296" sldId="256"/>
            <ac:grpSpMk id="1031" creationId="{032D8612-31EB-44CF-A1D0-14FD4C705424}"/>
          </ac:grpSpMkLst>
        </pc:grpChg>
        <pc:grpChg chg="add del">
          <ac:chgData name="Ida Marie Grefsgård Mannsverk" userId="70475fdd-f6a8-40b8-a095-85e0496118ce" providerId="ADAL" clId="{81579624-8774-C44D-9174-19D6B763BBDC}" dt="2022-03-15T19:39:26.129" v="36" actId="26606"/>
          <ac:grpSpMkLst>
            <pc:docMk/>
            <pc:sldMk cId="501456296" sldId="256"/>
            <ac:grpSpMk id="1034" creationId="{3AF6A671-C637-4547-85F4-51B6D1881399}"/>
          </ac:grpSpMkLst>
        </pc:grpChg>
        <pc:picChg chg="add mod">
          <ac:chgData name="Ida Marie Grefsgård Mannsverk" userId="70475fdd-f6a8-40b8-a095-85e0496118ce" providerId="ADAL" clId="{81579624-8774-C44D-9174-19D6B763BBDC}" dt="2022-03-15T19:39:33.272" v="39" actId="1076"/>
          <ac:picMkLst>
            <pc:docMk/>
            <pc:sldMk cId="501456296" sldId="256"/>
            <ac:picMk id="1026" creationId="{B8A984B3-BC0C-C141-8545-A23DB22ED3C9}"/>
          </ac:picMkLst>
        </pc:picChg>
      </pc:sldChg>
      <pc:sldChg chg="addSp delSp modSp mod setBg">
        <pc:chgData name="Ida Marie Grefsgård Mannsverk" userId="70475fdd-f6a8-40b8-a095-85e0496118ce" providerId="ADAL" clId="{81579624-8774-C44D-9174-19D6B763BBDC}" dt="2022-03-15T19:41:38.300" v="80" actId="1076"/>
        <pc:sldMkLst>
          <pc:docMk/>
          <pc:sldMk cId="2514232111" sldId="257"/>
        </pc:sldMkLst>
        <pc:spChg chg="mod">
          <ac:chgData name="Ida Marie Grefsgård Mannsverk" userId="70475fdd-f6a8-40b8-a095-85e0496118ce" providerId="ADAL" clId="{81579624-8774-C44D-9174-19D6B763BBDC}" dt="2022-03-15T19:41:38.300" v="80" actId="1076"/>
          <ac:spMkLst>
            <pc:docMk/>
            <pc:sldMk cId="2514232111" sldId="257"/>
            <ac:spMk id="2" creationId="{5AE8BCE6-8290-4FB3-AADB-8A98030FBD89}"/>
          </ac:spMkLst>
        </pc:spChg>
        <pc:spChg chg="del">
          <ac:chgData name="Ida Marie Grefsgård Mannsverk" userId="70475fdd-f6a8-40b8-a095-85e0496118ce" providerId="ADAL" clId="{81579624-8774-C44D-9174-19D6B763BBDC}" dt="2022-03-15T19:40:45.669" v="65" actId="26606"/>
          <ac:spMkLst>
            <pc:docMk/>
            <pc:sldMk cId="2514232111" sldId="257"/>
            <ac:spMk id="3" creationId="{0B14E9A3-E653-48E1-B60C-95AC37324AC9}"/>
          </ac:spMkLst>
        </pc:spChg>
        <pc:spChg chg="add del">
          <ac:chgData name="Ida Marie Grefsgård Mannsverk" userId="70475fdd-f6a8-40b8-a095-85e0496118ce" providerId="ADAL" clId="{81579624-8774-C44D-9174-19D6B763BBDC}" dt="2022-03-15T19:41:03.921" v="73" actId="26606"/>
          <ac:spMkLst>
            <pc:docMk/>
            <pc:sldMk cId="2514232111" sldId="257"/>
            <ac:spMk id="9" creationId="{2B566528-1B12-4246-9431-5C2D7D081168}"/>
          </ac:spMkLst>
        </pc:spChg>
        <pc:spChg chg="add del">
          <ac:chgData name="Ida Marie Grefsgård Mannsverk" userId="70475fdd-f6a8-40b8-a095-85e0496118ce" providerId="ADAL" clId="{81579624-8774-C44D-9174-19D6B763BBDC}" dt="2022-03-15T19:41:03.921" v="73" actId="26606"/>
          <ac:spMkLst>
            <pc:docMk/>
            <pc:sldMk cId="2514232111" sldId="257"/>
            <ac:spMk id="11" creationId="{2E80C965-DB6D-4F81-9E9E-B027384D0BD6}"/>
          </ac:spMkLst>
        </pc:spChg>
        <pc:spChg chg="add del">
          <ac:chgData name="Ida Marie Grefsgård Mannsverk" userId="70475fdd-f6a8-40b8-a095-85e0496118ce" providerId="ADAL" clId="{81579624-8774-C44D-9174-19D6B763BBDC}" dt="2022-03-15T19:41:03.921" v="73" actId="26606"/>
          <ac:spMkLst>
            <pc:docMk/>
            <pc:sldMk cId="2514232111" sldId="257"/>
            <ac:spMk id="13" creationId="{A580F890-B085-4E95-96AA-55AEBEC5CE6E}"/>
          </ac:spMkLst>
        </pc:spChg>
        <pc:spChg chg="add del">
          <ac:chgData name="Ida Marie Grefsgård Mannsverk" userId="70475fdd-f6a8-40b8-a095-85e0496118ce" providerId="ADAL" clId="{81579624-8774-C44D-9174-19D6B763BBDC}" dt="2022-03-15T19:41:03.921" v="73" actId="26606"/>
          <ac:spMkLst>
            <pc:docMk/>
            <pc:sldMk cId="2514232111" sldId="257"/>
            <ac:spMk id="15" creationId="{D3F51FEB-38FB-4F6C-9F7B-2F2AFAB65463}"/>
          </ac:spMkLst>
        </pc:spChg>
        <pc:spChg chg="add del">
          <ac:chgData name="Ida Marie Grefsgård Mannsverk" userId="70475fdd-f6a8-40b8-a095-85e0496118ce" providerId="ADAL" clId="{81579624-8774-C44D-9174-19D6B763BBDC}" dt="2022-03-15T19:41:03.921" v="73" actId="26606"/>
          <ac:spMkLst>
            <pc:docMk/>
            <pc:sldMk cId="2514232111" sldId="257"/>
            <ac:spMk id="17" creationId="{1E547BA6-BAE0-43BB-A7CA-60F69CE252F0}"/>
          </ac:spMkLst>
        </pc:spChg>
        <pc:spChg chg="add del">
          <ac:chgData name="Ida Marie Grefsgård Mannsverk" userId="70475fdd-f6a8-40b8-a095-85e0496118ce" providerId="ADAL" clId="{81579624-8774-C44D-9174-19D6B763BBDC}" dt="2022-03-15T19:41:00.923" v="68" actId="26606"/>
          <ac:spMkLst>
            <pc:docMk/>
            <pc:sldMk cId="2514232111" sldId="257"/>
            <ac:spMk id="22" creationId="{2B566528-1B12-4246-9431-5C2D7D081168}"/>
          </ac:spMkLst>
        </pc:spChg>
        <pc:spChg chg="add del">
          <ac:chgData name="Ida Marie Grefsgård Mannsverk" userId="70475fdd-f6a8-40b8-a095-85e0496118ce" providerId="ADAL" clId="{81579624-8774-C44D-9174-19D6B763BBDC}" dt="2022-03-15T19:41:00.923" v="68" actId="26606"/>
          <ac:spMkLst>
            <pc:docMk/>
            <pc:sldMk cId="2514232111" sldId="257"/>
            <ac:spMk id="24" creationId="{2E80C965-DB6D-4F81-9E9E-B027384D0BD6}"/>
          </ac:spMkLst>
        </pc:spChg>
        <pc:spChg chg="add del">
          <ac:chgData name="Ida Marie Grefsgård Mannsverk" userId="70475fdd-f6a8-40b8-a095-85e0496118ce" providerId="ADAL" clId="{81579624-8774-C44D-9174-19D6B763BBDC}" dt="2022-03-15T19:41:00.923" v="68" actId="26606"/>
          <ac:spMkLst>
            <pc:docMk/>
            <pc:sldMk cId="2514232111" sldId="257"/>
            <ac:spMk id="26" creationId="{A580F890-B085-4E95-96AA-55AEBEC5CE6E}"/>
          </ac:spMkLst>
        </pc:spChg>
        <pc:spChg chg="add del">
          <ac:chgData name="Ida Marie Grefsgård Mannsverk" userId="70475fdd-f6a8-40b8-a095-85e0496118ce" providerId="ADAL" clId="{81579624-8774-C44D-9174-19D6B763BBDC}" dt="2022-03-15T19:41:00.923" v="68" actId="26606"/>
          <ac:spMkLst>
            <pc:docMk/>
            <pc:sldMk cId="2514232111" sldId="257"/>
            <ac:spMk id="28" creationId="{D3F51FEB-38FB-4F6C-9F7B-2F2AFAB65463}"/>
          </ac:spMkLst>
        </pc:spChg>
        <pc:spChg chg="add del">
          <ac:chgData name="Ida Marie Grefsgård Mannsverk" userId="70475fdd-f6a8-40b8-a095-85e0496118ce" providerId="ADAL" clId="{81579624-8774-C44D-9174-19D6B763BBDC}" dt="2022-03-15T19:41:00.923" v="68" actId="26606"/>
          <ac:spMkLst>
            <pc:docMk/>
            <pc:sldMk cId="2514232111" sldId="257"/>
            <ac:spMk id="30" creationId="{1E547BA6-BAE0-43BB-A7CA-60F69CE252F0}"/>
          </ac:spMkLst>
        </pc:spChg>
        <pc:spChg chg="add del">
          <ac:chgData name="Ida Marie Grefsgård Mannsverk" userId="70475fdd-f6a8-40b8-a095-85e0496118ce" providerId="ADAL" clId="{81579624-8774-C44D-9174-19D6B763BBDC}" dt="2022-03-15T19:41:03.307" v="70" actId="26606"/>
          <ac:spMkLst>
            <pc:docMk/>
            <pc:sldMk cId="2514232111" sldId="257"/>
            <ac:spMk id="32" creationId="{955A2079-FA98-4876-80F0-72364A7D2EA4}"/>
          </ac:spMkLst>
        </pc:spChg>
        <pc:spChg chg="add del">
          <ac:chgData name="Ida Marie Grefsgård Mannsverk" userId="70475fdd-f6a8-40b8-a095-85e0496118ce" providerId="ADAL" clId="{81579624-8774-C44D-9174-19D6B763BBDC}" dt="2022-03-15T19:41:03.911" v="72" actId="26606"/>
          <ac:spMkLst>
            <pc:docMk/>
            <pc:sldMk cId="2514232111" sldId="257"/>
            <ac:spMk id="34" creationId="{6C4028FD-8BAA-4A19-BFDE-594D991B7552}"/>
          </ac:spMkLst>
        </pc:spChg>
        <pc:spChg chg="add">
          <ac:chgData name="Ida Marie Grefsgård Mannsverk" userId="70475fdd-f6a8-40b8-a095-85e0496118ce" providerId="ADAL" clId="{81579624-8774-C44D-9174-19D6B763BBDC}" dt="2022-03-15T19:41:03.921" v="73" actId="26606"/>
          <ac:spMkLst>
            <pc:docMk/>
            <pc:sldMk cId="2514232111" sldId="257"/>
            <ac:spMk id="36" creationId="{955A2079-FA98-4876-80F0-72364A7D2EA4}"/>
          </ac:spMkLst>
        </pc:spChg>
        <pc:graphicFrameChg chg="add mod modGraphic">
          <ac:chgData name="Ida Marie Grefsgård Mannsverk" userId="70475fdd-f6a8-40b8-a095-85e0496118ce" providerId="ADAL" clId="{81579624-8774-C44D-9174-19D6B763BBDC}" dt="2022-03-15T19:41:32.582" v="79" actId="14100"/>
          <ac:graphicFrameMkLst>
            <pc:docMk/>
            <pc:sldMk cId="2514232111" sldId="257"/>
            <ac:graphicFrameMk id="5" creationId="{A1B24C5A-6B76-DDC4-94E7-DDBA8364F211}"/>
          </ac:graphicFrameMkLst>
        </pc:graphicFrameChg>
      </pc:sldChg>
      <pc:sldChg chg="addSp delSp modSp mod setBg">
        <pc:chgData name="Ida Marie Grefsgård Mannsverk" userId="70475fdd-f6a8-40b8-a095-85e0496118ce" providerId="ADAL" clId="{81579624-8774-C44D-9174-19D6B763BBDC}" dt="2022-03-15T19:49:20.633" v="679" actId="26606"/>
        <pc:sldMkLst>
          <pc:docMk/>
          <pc:sldMk cId="2334997298" sldId="258"/>
        </pc:sldMkLst>
        <pc:spChg chg="mod">
          <ac:chgData name="Ida Marie Grefsgård Mannsverk" userId="70475fdd-f6a8-40b8-a095-85e0496118ce" providerId="ADAL" clId="{81579624-8774-C44D-9174-19D6B763BBDC}" dt="2022-03-15T19:49:20.633" v="679" actId="26606"/>
          <ac:spMkLst>
            <pc:docMk/>
            <pc:sldMk cId="2334997298" sldId="258"/>
            <ac:spMk id="2" creationId="{0EF29AEA-FD9A-44FD-BD38-428BDD5865F2}"/>
          </ac:spMkLst>
        </pc:spChg>
        <pc:spChg chg="mod">
          <ac:chgData name="Ida Marie Grefsgård Mannsverk" userId="70475fdd-f6a8-40b8-a095-85e0496118ce" providerId="ADAL" clId="{81579624-8774-C44D-9174-19D6B763BBDC}" dt="2022-03-15T19:49:20.633" v="679" actId="26606"/>
          <ac:spMkLst>
            <pc:docMk/>
            <pc:sldMk cId="2334997298" sldId="258"/>
            <ac:spMk id="3" creationId="{E7F1E404-656D-476D-809B-8F030077FAE3}"/>
          </ac:spMkLst>
        </pc:spChg>
        <pc:spChg chg="add del">
          <ac:chgData name="Ida Marie Grefsgård Mannsverk" userId="70475fdd-f6a8-40b8-a095-85e0496118ce" providerId="ADAL" clId="{81579624-8774-C44D-9174-19D6B763BBDC}" dt="2022-03-15T19:49:20.633" v="679" actId="26606"/>
          <ac:spMkLst>
            <pc:docMk/>
            <pc:sldMk cId="2334997298" sldId="258"/>
            <ac:spMk id="8" creationId="{081EA652-8C6A-4E69-BEB9-170809474553}"/>
          </ac:spMkLst>
        </pc:spChg>
        <pc:spChg chg="add del">
          <ac:chgData name="Ida Marie Grefsgård Mannsverk" userId="70475fdd-f6a8-40b8-a095-85e0496118ce" providerId="ADAL" clId="{81579624-8774-C44D-9174-19D6B763BBDC}" dt="2022-03-15T19:49:20.633" v="679" actId="26606"/>
          <ac:spMkLst>
            <pc:docMk/>
            <pc:sldMk cId="2334997298" sldId="258"/>
            <ac:spMk id="10" creationId="{5298780A-33B9-4EA2-8F67-DE68AD62841B}"/>
          </ac:spMkLst>
        </pc:spChg>
        <pc:spChg chg="add del">
          <ac:chgData name="Ida Marie Grefsgård Mannsverk" userId="70475fdd-f6a8-40b8-a095-85e0496118ce" providerId="ADAL" clId="{81579624-8774-C44D-9174-19D6B763BBDC}" dt="2022-03-15T19:49:20.633" v="679" actId="26606"/>
          <ac:spMkLst>
            <pc:docMk/>
            <pc:sldMk cId="2334997298" sldId="258"/>
            <ac:spMk id="12" creationId="{7F488E8B-4E1E-4402-8935-D4E6C02615C7}"/>
          </ac:spMkLst>
        </pc:spChg>
        <pc:spChg chg="add">
          <ac:chgData name="Ida Marie Grefsgård Mannsverk" userId="70475fdd-f6a8-40b8-a095-85e0496118ce" providerId="ADAL" clId="{81579624-8774-C44D-9174-19D6B763BBDC}" dt="2022-03-15T19:49:20.633" v="679" actId="26606"/>
          <ac:spMkLst>
            <pc:docMk/>
            <pc:sldMk cId="2334997298" sldId="258"/>
            <ac:spMk id="19" creationId="{777A147A-9ED8-46B4-8660-1B3C2AA880B5}"/>
          </ac:spMkLst>
        </pc:spChg>
        <pc:spChg chg="add">
          <ac:chgData name="Ida Marie Grefsgård Mannsverk" userId="70475fdd-f6a8-40b8-a095-85e0496118ce" providerId="ADAL" clId="{81579624-8774-C44D-9174-19D6B763BBDC}" dt="2022-03-15T19:49:20.633" v="679" actId="26606"/>
          <ac:spMkLst>
            <pc:docMk/>
            <pc:sldMk cId="2334997298" sldId="258"/>
            <ac:spMk id="21" creationId="{5D6C15A0-C087-4593-8414-2B4EC1CDC3DE}"/>
          </ac:spMkLst>
        </pc:spChg>
        <pc:cxnChg chg="add del">
          <ac:chgData name="Ida Marie Grefsgård Mannsverk" userId="70475fdd-f6a8-40b8-a095-85e0496118ce" providerId="ADAL" clId="{81579624-8774-C44D-9174-19D6B763BBDC}" dt="2022-03-15T19:49:20.633" v="679" actId="26606"/>
          <ac:cxnSpMkLst>
            <pc:docMk/>
            <pc:sldMk cId="2334997298" sldId="258"/>
            <ac:cxnSpMk id="14" creationId="{23AAC9B5-8015-485C-ACF9-A750390E9A56}"/>
          </ac:cxnSpMkLst>
        </pc:cxnChg>
      </pc:sldChg>
      <pc:sldChg chg="addSp modSp mod setBg">
        <pc:chgData name="Ida Marie Grefsgård Mannsverk" userId="70475fdd-f6a8-40b8-a095-85e0496118ce" providerId="ADAL" clId="{81579624-8774-C44D-9174-19D6B763BBDC}" dt="2022-03-15T19:42:33.501" v="95" actId="1076"/>
        <pc:sldMkLst>
          <pc:docMk/>
          <pc:sldMk cId="3763847179" sldId="259"/>
        </pc:sldMkLst>
        <pc:spChg chg="mod">
          <ac:chgData name="Ida Marie Grefsgård Mannsverk" userId="70475fdd-f6a8-40b8-a095-85e0496118ce" providerId="ADAL" clId="{81579624-8774-C44D-9174-19D6B763BBDC}" dt="2022-03-15T19:42:33.501" v="95" actId="1076"/>
          <ac:spMkLst>
            <pc:docMk/>
            <pc:sldMk cId="3763847179" sldId="259"/>
            <ac:spMk id="2" creationId="{FCB761C4-8F85-493C-A0B6-F30B1F88DAFF}"/>
          </ac:spMkLst>
        </pc:spChg>
        <pc:spChg chg="mod">
          <ac:chgData name="Ida Marie Grefsgård Mannsverk" userId="70475fdd-f6a8-40b8-a095-85e0496118ce" providerId="ADAL" clId="{81579624-8774-C44D-9174-19D6B763BBDC}" dt="2022-03-15T19:42:20.633" v="93" actId="26606"/>
          <ac:spMkLst>
            <pc:docMk/>
            <pc:sldMk cId="3763847179" sldId="259"/>
            <ac:spMk id="3" creationId="{0DA4742F-EDE4-4CF5-96C9-54BC40D8BA03}"/>
          </ac:spMkLst>
        </pc:spChg>
        <pc:spChg chg="add">
          <ac:chgData name="Ida Marie Grefsgård Mannsverk" userId="70475fdd-f6a8-40b8-a095-85e0496118ce" providerId="ADAL" clId="{81579624-8774-C44D-9174-19D6B763BBDC}" dt="2022-03-15T19:42:20.633" v="93" actId="26606"/>
          <ac:spMkLst>
            <pc:docMk/>
            <pc:sldMk cId="3763847179" sldId="259"/>
            <ac:spMk id="8" creationId="{C2554CA6-288E-4202-BC52-2E5A8F0C0AED}"/>
          </ac:spMkLst>
        </pc:spChg>
        <pc:spChg chg="add">
          <ac:chgData name="Ida Marie Grefsgård Mannsverk" userId="70475fdd-f6a8-40b8-a095-85e0496118ce" providerId="ADAL" clId="{81579624-8774-C44D-9174-19D6B763BBDC}" dt="2022-03-15T19:42:20.633" v="93" actId="26606"/>
          <ac:spMkLst>
            <pc:docMk/>
            <pc:sldMk cId="3763847179" sldId="259"/>
            <ac:spMk id="10" creationId="{B10BB131-AC8E-4A8E-A5D1-36260F720C3B}"/>
          </ac:spMkLst>
        </pc:spChg>
        <pc:spChg chg="add">
          <ac:chgData name="Ida Marie Grefsgård Mannsverk" userId="70475fdd-f6a8-40b8-a095-85e0496118ce" providerId="ADAL" clId="{81579624-8774-C44D-9174-19D6B763BBDC}" dt="2022-03-15T19:42:20.633" v="93" actId="26606"/>
          <ac:spMkLst>
            <pc:docMk/>
            <pc:sldMk cId="3763847179" sldId="259"/>
            <ac:spMk id="12" creationId="{5B7778FC-632E-4DCA-A7CB-0D7731CCF970}"/>
          </ac:spMkLst>
        </pc:spChg>
        <pc:spChg chg="add">
          <ac:chgData name="Ida Marie Grefsgård Mannsverk" userId="70475fdd-f6a8-40b8-a095-85e0496118ce" providerId="ADAL" clId="{81579624-8774-C44D-9174-19D6B763BBDC}" dt="2022-03-15T19:42:20.633" v="93" actId="26606"/>
          <ac:spMkLst>
            <pc:docMk/>
            <pc:sldMk cId="3763847179" sldId="259"/>
            <ac:spMk id="14" creationId="{FA23A907-97FB-4A8F-880A-DD77401C4296}"/>
          </ac:spMkLst>
        </pc:spChg>
      </pc:sldChg>
      <pc:sldChg chg="addSp delSp modSp new mod">
        <pc:chgData name="Ida Marie Grefsgård Mannsverk" userId="70475fdd-f6a8-40b8-a095-85e0496118ce" providerId="ADAL" clId="{81579624-8774-C44D-9174-19D6B763BBDC}" dt="2022-03-15T19:50:45.852" v="903" actId="403"/>
        <pc:sldMkLst>
          <pc:docMk/>
          <pc:sldMk cId="74939050" sldId="260"/>
        </pc:sldMkLst>
        <pc:spChg chg="mod">
          <ac:chgData name="Ida Marie Grefsgård Mannsverk" userId="70475fdd-f6a8-40b8-a095-85e0496118ce" providerId="ADAL" clId="{81579624-8774-C44D-9174-19D6B763BBDC}" dt="2022-03-15T19:49:37.862" v="737" actId="20577"/>
          <ac:spMkLst>
            <pc:docMk/>
            <pc:sldMk cId="74939050" sldId="260"/>
            <ac:spMk id="2" creationId="{CE072754-BA79-F140-8C58-2AAC7AB2136B}"/>
          </ac:spMkLst>
        </pc:spChg>
        <pc:spChg chg="del mod">
          <ac:chgData name="Ida Marie Grefsgård Mannsverk" userId="70475fdd-f6a8-40b8-a095-85e0496118ce" providerId="ADAL" clId="{81579624-8774-C44D-9174-19D6B763BBDC}" dt="2022-03-15T19:50:30.475" v="899" actId="26606"/>
          <ac:spMkLst>
            <pc:docMk/>
            <pc:sldMk cId="74939050" sldId="260"/>
            <ac:spMk id="3" creationId="{5EF2FD09-56AD-A147-869E-6D46074FB3DC}"/>
          </ac:spMkLst>
        </pc:spChg>
        <pc:graphicFrameChg chg="add modGraphic">
          <ac:chgData name="Ida Marie Grefsgård Mannsverk" userId="70475fdd-f6a8-40b8-a095-85e0496118ce" providerId="ADAL" clId="{81579624-8774-C44D-9174-19D6B763BBDC}" dt="2022-03-15T19:50:45.852" v="903" actId="403"/>
          <ac:graphicFrameMkLst>
            <pc:docMk/>
            <pc:sldMk cId="74939050" sldId="260"/>
            <ac:graphicFrameMk id="5" creationId="{CDDD0440-C520-CC01-2FCA-DF9F09928736}"/>
          </ac:graphicFrameMkLst>
        </pc:graphicFrameChg>
      </pc:sldChg>
    </pc:docChg>
  </pc:docChgLst>
  <pc:docChgLst>
    <pc:chgData name="Sebastian Kvisvik Jacobsen" userId="e5031886-ac67-4a70-96ab-0cb9dc1b2966" providerId="ADAL" clId="{F22D3A6E-8858-4FED-9BF4-A5BAD516C2CD}"/>
    <pc:docChg chg="custSel addSld modSld">
      <pc:chgData name="Sebastian Kvisvik Jacobsen" userId="e5031886-ac67-4a70-96ab-0cb9dc1b2966" providerId="ADAL" clId="{F22D3A6E-8858-4FED-9BF4-A5BAD516C2CD}" dt="2022-03-15T19:35:10.389" v="506" actId="20577"/>
      <pc:docMkLst>
        <pc:docMk/>
      </pc:docMkLst>
      <pc:sldChg chg="modSp new mod">
        <pc:chgData name="Sebastian Kvisvik Jacobsen" userId="e5031886-ac67-4a70-96ab-0cb9dc1b2966" providerId="ADAL" clId="{F22D3A6E-8858-4FED-9BF4-A5BAD516C2CD}" dt="2022-03-15T19:25:12.043" v="62" actId="20577"/>
        <pc:sldMkLst>
          <pc:docMk/>
          <pc:sldMk cId="501456296" sldId="256"/>
        </pc:sldMkLst>
        <pc:spChg chg="mod">
          <ac:chgData name="Sebastian Kvisvik Jacobsen" userId="e5031886-ac67-4a70-96ab-0cb9dc1b2966" providerId="ADAL" clId="{F22D3A6E-8858-4FED-9BF4-A5BAD516C2CD}" dt="2022-03-15T19:24:53.214" v="12" actId="20577"/>
          <ac:spMkLst>
            <pc:docMk/>
            <pc:sldMk cId="501456296" sldId="256"/>
            <ac:spMk id="2" creationId="{FEDAAC9F-17F2-442F-999E-27E70FE64ABC}"/>
          </ac:spMkLst>
        </pc:spChg>
        <pc:spChg chg="mod">
          <ac:chgData name="Sebastian Kvisvik Jacobsen" userId="e5031886-ac67-4a70-96ab-0cb9dc1b2966" providerId="ADAL" clId="{F22D3A6E-8858-4FED-9BF4-A5BAD516C2CD}" dt="2022-03-15T19:25:12.043" v="62" actId="20577"/>
          <ac:spMkLst>
            <pc:docMk/>
            <pc:sldMk cId="501456296" sldId="256"/>
            <ac:spMk id="3" creationId="{D6B78B3E-48AD-44C7-8A1C-51B41F88C209}"/>
          </ac:spMkLst>
        </pc:spChg>
      </pc:sldChg>
      <pc:sldChg chg="modSp new mod">
        <pc:chgData name="Sebastian Kvisvik Jacobsen" userId="e5031886-ac67-4a70-96ab-0cb9dc1b2966" providerId="ADAL" clId="{F22D3A6E-8858-4FED-9BF4-A5BAD516C2CD}" dt="2022-03-15T19:25:18.716" v="82" actId="20577"/>
        <pc:sldMkLst>
          <pc:docMk/>
          <pc:sldMk cId="2514232111" sldId="257"/>
        </pc:sldMkLst>
        <pc:spChg chg="mod">
          <ac:chgData name="Sebastian Kvisvik Jacobsen" userId="e5031886-ac67-4a70-96ab-0cb9dc1b2966" providerId="ADAL" clId="{F22D3A6E-8858-4FED-9BF4-A5BAD516C2CD}" dt="2022-03-15T19:25:18.716" v="82" actId="20577"/>
          <ac:spMkLst>
            <pc:docMk/>
            <pc:sldMk cId="2514232111" sldId="257"/>
            <ac:spMk id="2" creationId="{5AE8BCE6-8290-4FB3-AADB-8A98030FBD89}"/>
          </ac:spMkLst>
        </pc:spChg>
      </pc:sldChg>
      <pc:sldChg chg="modSp new mod">
        <pc:chgData name="Sebastian Kvisvik Jacobsen" userId="e5031886-ac67-4a70-96ab-0cb9dc1b2966" providerId="ADAL" clId="{F22D3A6E-8858-4FED-9BF4-A5BAD516C2CD}" dt="2022-03-15T19:35:10.389" v="506" actId="20577"/>
        <pc:sldMkLst>
          <pc:docMk/>
          <pc:sldMk cId="2334997298" sldId="258"/>
        </pc:sldMkLst>
        <pc:spChg chg="mod">
          <ac:chgData name="Sebastian Kvisvik Jacobsen" userId="e5031886-ac67-4a70-96ab-0cb9dc1b2966" providerId="ADAL" clId="{F22D3A6E-8858-4FED-9BF4-A5BAD516C2CD}" dt="2022-03-15T19:25:24.605" v="107" actId="20577"/>
          <ac:spMkLst>
            <pc:docMk/>
            <pc:sldMk cId="2334997298" sldId="258"/>
            <ac:spMk id="2" creationId="{0EF29AEA-FD9A-44FD-BD38-428BDD5865F2}"/>
          </ac:spMkLst>
        </pc:spChg>
        <pc:spChg chg="mod">
          <ac:chgData name="Sebastian Kvisvik Jacobsen" userId="e5031886-ac67-4a70-96ab-0cb9dc1b2966" providerId="ADAL" clId="{F22D3A6E-8858-4FED-9BF4-A5BAD516C2CD}" dt="2022-03-15T19:35:10.389" v="506" actId="20577"/>
          <ac:spMkLst>
            <pc:docMk/>
            <pc:sldMk cId="2334997298" sldId="258"/>
            <ac:spMk id="3" creationId="{E7F1E404-656D-476D-809B-8F030077FAE3}"/>
          </ac:spMkLst>
        </pc:spChg>
      </pc:sldChg>
    </pc:docChg>
  </pc:docChgLst>
  <pc:docChgLst>
    <pc:chgData name="Evelyn Honoré-Livermore" userId="S::livermor@ntnu.no::c52311c4-6426-479c-ae94-f0ba629b55e8" providerId="AD" clId="Web-{88C6B30E-18D1-4E84-B993-E719A08884F3}"/>
    <pc:docChg chg="modSld">
      <pc:chgData name="Evelyn Honoré-Livermore" userId="S::livermor@ntnu.no::c52311c4-6426-479c-ae94-f0ba629b55e8" providerId="AD" clId="Web-{88C6B30E-18D1-4E84-B993-E719A08884F3}" dt="2022-03-16T07:24:08.164" v="51" actId="20577"/>
      <pc:docMkLst>
        <pc:docMk/>
      </pc:docMkLst>
      <pc:sldChg chg="modSp">
        <pc:chgData name="Evelyn Honoré-Livermore" userId="S::livermor@ntnu.no::c52311c4-6426-479c-ae94-f0ba629b55e8" providerId="AD" clId="Web-{88C6B30E-18D1-4E84-B993-E719A08884F3}" dt="2022-03-16T07:24:08.164" v="51" actId="20577"/>
        <pc:sldMkLst>
          <pc:docMk/>
          <pc:sldMk cId="2334997298" sldId="258"/>
        </pc:sldMkLst>
        <pc:spChg chg="mod">
          <ac:chgData name="Evelyn Honoré-Livermore" userId="S::livermor@ntnu.no::c52311c4-6426-479c-ae94-f0ba629b55e8" providerId="AD" clId="Web-{88C6B30E-18D1-4E84-B993-E719A08884F3}" dt="2022-03-16T07:24:08.164" v="51" actId="20577"/>
          <ac:spMkLst>
            <pc:docMk/>
            <pc:sldMk cId="2334997298" sldId="258"/>
            <ac:spMk id="3" creationId="{E7F1E404-656D-476D-809B-8F030077FAE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039C07-D0F2-48B0-87B6-979DB494B2E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038041-5FB8-4618-9DD9-6F362FCF703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nb-NO" sz="2800"/>
            <a:t>SWOT-analysen gjennomføres på </a:t>
          </a:r>
          <a:r>
            <a:rPr lang="nb-NO" sz="2800" err="1"/>
            <a:t>Miro</a:t>
          </a:r>
          <a:endParaRPr lang="en-US" sz="2800"/>
        </a:p>
      </dgm:t>
    </dgm:pt>
    <dgm:pt modelId="{7FEBA025-676B-432C-8E41-84341E1D46A3}" type="parTrans" cxnId="{262580CC-F6FF-44A2-A362-4E639F62B81B}">
      <dgm:prSet/>
      <dgm:spPr/>
      <dgm:t>
        <a:bodyPr/>
        <a:lstStyle/>
        <a:p>
          <a:endParaRPr lang="en-US"/>
        </a:p>
      </dgm:t>
    </dgm:pt>
    <dgm:pt modelId="{FC316B88-356F-4CBC-81BC-FB10E5024F57}" type="sibTrans" cxnId="{262580CC-F6FF-44A2-A362-4E639F62B81B}">
      <dgm:prSet/>
      <dgm:spPr/>
      <dgm:t>
        <a:bodyPr/>
        <a:lstStyle/>
        <a:p>
          <a:endParaRPr lang="en-US"/>
        </a:p>
      </dgm:t>
    </dgm:pt>
    <dgm:pt modelId="{3C24A5BA-EA8C-4FD6-9AD4-A6F9BDE8683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nb-NO" sz="2800"/>
            <a:t>Inne på kunngjøringer ligger det en link til hver gruppe sin </a:t>
          </a:r>
          <a:r>
            <a:rPr lang="nb-NO" sz="2800" err="1"/>
            <a:t>Miro</a:t>
          </a:r>
          <a:r>
            <a:rPr lang="nb-NO" sz="2800"/>
            <a:t>-tavle</a:t>
          </a:r>
          <a:endParaRPr lang="en-US" sz="2800"/>
        </a:p>
      </dgm:t>
    </dgm:pt>
    <dgm:pt modelId="{BF0F1F8E-302A-48D6-89B3-5BCAE66DAD18}" type="parTrans" cxnId="{0600E0A6-DF77-4A73-B9FF-216E6C658AAD}">
      <dgm:prSet/>
      <dgm:spPr/>
      <dgm:t>
        <a:bodyPr/>
        <a:lstStyle/>
        <a:p>
          <a:endParaRPr lang="en-US"/>
        </a:p>
      </dgm:t>
    </dgm:pt>
    <dgm:pt modelId="{A2199F50-3843-4B25-A9F9-274F70882083}" type="sibTrans" cxnId="{0600E0A6-DF77-4A73-B9FF-216E6C658AAD}">
      <dgm:prSet/>
      <dgm:spPr/>
      <dgm:t>
        <a:bodyPr/>
        <a:lstStyle/>
        <a:p>
          <a:endParaRPr lang="en-US"/>
        </a:p>
      </dgm:t>
    </dgm:pt>
    <dgm:pt modelId="{1F9BFBD8-243F-408B-A6A2-95B5F6490103}" type="pres">
      <dgm:prSet presAssocID="{E0039C07-D0F2-48B0-87B6-979DB494B2E3}" presName="root" presStyleCnt="0">
        <dgm:presLayoutVars>
          <dgm:dir/>
          <dgm:resizeHandles val="exact"/>
        </dgm:presLayoutVars>
      </dgm:prSet>
      <dgm:spPr/>
    </dgm:pt>
    <dgm:pt modelId="{634E2A6F-B989-42C5-9227-4FCCD40B0159}" type="pres">
      <dgm:prSet presAssocID="{30038041-5FB8-4618-9DD9-6F362FCF7036}" presName="compNode" presStyleCnt="0"/>
      <dgm:spPr/>
    </dgm:pt>
    <dgm:pt modelId="{A85AE29F-A404-4B29-8634-39F29DD38634}" type="pres">
      <dgm:prSet presAssocID="{30038041-5FB8-4618-9DD9-6F362FCF7036}" presName="bgRect" presStyleLbl="bgShp" presStyleIdx="0" presStyleCnt="2"/>
      <dgm:spPr/>
    </dgm:pt>
    <dgm:pt modelId="{8B030C0E-FA8B-434F-8CC9-84830AD129A2}" type="pres">
      <dgm:prSet presAssocID="{30038041-5FB8-4618-9DD9-6F362FCF703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arsel"/>
        </a:ext>
      </dgm:extLst>
    </dgm:pt>
    <dgm:pt modelId="{F4A3EEE6-2BE6-4B9C-891C-B8B5BE981EBC}" type="pres">
      <dgm:prSet presAssocID="{30038041-5FB8-4618-9DD9-6F362FCF7036}" presName="spaceRect" presStyleCnt="0"/>
      <dgm:spPr/>
    </dgm:pt>
    <dgm:pt modelId="{37C01601-277E-4B99-85DB-99214A663742}" type="pres">
      <dgm:prSet presAssocID="{30038041-5FB8-4618-9DD9-6F362FCF7036}" presName="parTx" presStyleLbl="revTx" presStyleIdx="0" presStyleCnt="2">
        <dgm:presLayoutVars>
          <dgm:chMax val="0"/>
          <dgm:chPref val="0"/>
        </dgm:presLayoutVars>
      </dgm:prSet>
      <dgm:spPr/>
    </dgm:pt>
    <dgm:pt modelId="{F6DB3C8C-6440-4C15-B673-54A6A8820D3D}" type="pres">
      <dgm:prSet presAssocID="{FC316B88-356F-4CBC-81BC-FB10E5024F57}" presName="sibTrans" presStyleCnt="0"/>
      <dgm:spPr/>
    </dgm:pt>
    <dgm:pt modelId="{F76A68A4-A92E-41F8-B216-EF2C2C8C1A43}" type="pres">
      <dgm:prSet presAssocID="{3C24A5BA-EA8C-4FD6-9AD4-A6F9BDE86831}" presName="compNode" presStyleCnt="0"/>
      <dgm:spPr/>
    </dgm:pt>
    <dgm:pt modelId="{B140B6BC-66CA-4F86-A703-995A3407D6CF}" type="pres">
      <dgm:prSet presAssocID="{3C24A5BA-EA8C-4FD6-9AD4-A6F9BDE86831}" presName="bgRect" presStyleLbl="bgShp" presStyleIdx="1" presStyleCnt="2"/>
      <dgm:spPr/>
    </dgm:pt>
    <dgm:pt modelId="{3945DAEF-9E20-47A7-B401-68BC797E4973}" type="pres">
      <dgm:prSet presAssocID="{3C24A5BA-EA8C-4FD6-9AD4-A6F9BDE8683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dsføring"/>
        </a:ext>
      </dgm:extLst>
    </dgm:pt>
    <dgm:pt modelId="{ACB6877E-08A4-4FC2-9E13-3F18911EA884}" type="pres">
      <dgm:prSet presAssocID="{3C24A5BA-EA8C-4FD6-9AD4-A6F9BDE86831}" presName="spaceRect" presStyleCnt="0"/>
      <dgm:spPr/>
    </dgm:pt>
    <dgm:pt modelId="{7A917443-BD19-4FFB-995B-D2DEDF067071}" type="pres">
      <dgm:prSet presAssocID="{3C24A5BA-EA8C-4FD6-9AD4-A6F9BDE8683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337CF16-06BC-4138-95F9-4E8E72C823C6}" type="presOf" srcId="{3C24A5BA-EA8C-4FD6-9AD4-A6F9BDE86831}" destId="{7A917443-BD19-4FFB-995B-D2DEDF067071}" srcOrd="0" destOrd="0" presId="urn:microsoft.com/office/officeart/2018/2/layout/IconVerticalSolidList"/>
    <dgm:cxn modelId="{BA49513A-5DF2-481C-A3DE-19A10A7F7975}" type="presOf" srcId="{30038041-5FB8-4618-9DD9-6F362FCF7036}" destId="{37C01601-277E-4B99-85DB-99214A663742}" srcOrd="0" destOrd="0" presId="urn:microsoft.com/office/officeart/2018/2/layout/IconVerticalSolidList"/>
    <dgm:cxn modelId="{2BDB527A-B638-4EDE-930F-16E87E56C172}" type="presOf" srcId="{E0039C07-D0F2-48B0-87B6-979DB494B2E3}" destId="{1F9BFBD8-243F-408B-A6A2-95B5F6490103}" srcOrd="0" destOrd="0" presId="urn:microsoft.com/office/officeart/2018/2/layout/IconVerticalSolidList"/>
    <dgm:cxn modelId="{0600E0A6-DF77-4A73-B9FF-216E6C658AAD}" srcId="{E0039C07-D0F2-48B0-87B6-979DB494B2E3}" destId="{3C24A5BA-EA8C-4FD6-9AD4-A6F9BDE86831}" srcOrd="1" destOrd="0" parTransId="{BF0F1F8E-302A-48D6-89B3-5BCAE66DAD18}" sibTransId="{A2199F50-3843-4B25-A9F9-274F70882083}"/>
    <dgm:cxn modelId="{262580CC-F6FF-44A2-A362-4E639F62B81B}" srcId="{E0039C07-D0F2-48B0-87B6-979DB494B2E3}" destId="{30038041-5FB8-4618-9DD9-6F362FCF7036}" srcOrd="0" destOrd="0" parTransId="{7FEBA025-676B-432C-8E41-84341E1D46A3}" sibTransId="{FC316B88-356F-4CBC-81BC-FB10E5024F57}"/>
    <dgm:cxn modelId="{9F03120C-41E8-4342-8E44-57BB49CEF30E}" type="presParOf" srcId="{1F9BFBD8-243F-408B-A6A2-95B5F6490103}" destId="{634E2A6F-B989-42C5-9227-4FCCD40B0159}" srcOrd="0" destOrd="0" presId="urn:microsoft.com/office/officeart/2018/2/layout/IconVerticalSolidList"/>
    <dgm:cxn modelId="{7ECA552A-097B-4A4E-BA02-5DBB1E63AE2F}" type="presParOf" srcId="{634E2A6F-B989-42C5-9227-4FCCD40B0159}" destId="{A85AE29F-A404-4B29-8634-39F29DD38634}" srcOrd="0" destOrd="0" presId="urn:microsoft.com/office/officeart/2018/2/layout/IconVerticalSolidList"/>
    <dgm:cxn modelId="{BE90A70E-17FD-43BC-98EB-D1ADE5457CE9}" type="presParOf" srcId="{634E2A6F-B989-42C5-9227-4FCCD40B0159}" destId="{8B030C0E-FA8B-434F-8CC9-84830AD129A2}" srcOrd="1" destOrd="0" presId="urn:microsoft.com/office/officeart/2018/2/layout/IconVerticalSolidList"/>
    <dgm:cxn modelId="{F0D26797-E407-4ABF-B719-F79870380B80}" type="presParOf" srcId="{634E2A6F-B989-42C5-9227-4FCCD40B0159}" destId="{F4A3EEE6-2BE6-4B9C-891C-B8B5BE981EBC}" srcOrd="2" destOrd="0" presId="urn:microsoft.com/office/officeart/2018/2/layout/IconVerticalSolidList"/>
    <dgm:cxn modelId="{7963FF0A-468F-44E2-B8FF-CBBCE049B95F}" type="presParOf" srcId="{634E2A6F-B989-42C5-9227-4FCCD40B0159}" destId="{37C01601-277E-4B99-85DB-99214A663742}" srcOrd="3" destOrd="0" presId="urn:microsoft.com/office/officeart/2018/2/layout/IconVerticalSolidList"/>
    <dgm:cxn modelId="{6C8ABC76-469E-4E2D-B523-2FF442F38466}" type="presParOf" srcId="{1F9BFBD8-243F-408B-A6A2-95B5F6490103}" destId="{F6DB3C8C-6440-4C15-B673-54A6A8820D3D}" srcOrd="1" destOrd="0" presId="urn:microsoft.com/office/officeart/2018/2/layout/IconVerticalSolidList"/>
    <dgm:cxn modelId="{25812A57-3FBB-42F2-BAEF-54F302E4250A}" type="presParOf" srcId="{1F9BFBD8-243F-408B-A6A2-95B5F6490103}" destId="{F76A68A4-A92E-41F8-B216-EF2C2C8C1A43}" srcOrd="2" destOrd="0" presId="urn:microsoft.com/office/officeart/2018/2/layout/IconVerticalSolidList"/>
    <dgm:cxn modelId="{B9BB515A-A5F3-42A8-92C7-7DBE85497D68}" type="presParOf" srcId="{F76A68A4-A92E-41F8-B216-EF2C2C8C1A43}" destId="{B140B6BC-66CA-4F86-A703-995A3407D6CF}" srcOrd="0" destOrd="0" presId="urn:microsoft.com/office/officeart/2018/2/layout/IconVerticalSolidList"/>
    <dgm:cxn modelId="{88D6666D-5363-49FE-9AD2-FC2E4742CFDB}" type="presParOf" srcId="{F76A68A4-A92E-41F8-B216-EF2C2C8C1A43}" destId="{3945DAEF-9E20-47A7-B401-68BC797E4973}" srcOrd="1" destOrd="0" presId="urn:microsoft.com/office/officeart/2018/2/layout/IconVerticalSolidList"/>
    <dgm:cxn modelId="{308055CB-F46B-46A2-9687-B74FE9A80F3A}" type="presParOf" srcId="{F76A68A4-A92E-41F8-B216-EF2C2C8C1A43}" destId="{ACB6877E-08A4-4FC2-9E13-3F18911EA884}" srcOrd="2" destOrd="0" presId="urn:microsoft.com/office/officeart/2018/2/layout/IconVerticalSolidList"/>
    <dgm:cxn modelId="{C96EA2A5-481C-449F-973D-3E02B6DF5AA5}" type="presParOf" srcId="{F76A68A4-A92E-41F8-B216-EF2C2C8C1A43}" destId="{7A917443-BD19-4FFB-995B-D2DEDF0670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20ACCE-5A97-425A-AE62-81F9134FD2F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D85130F-9290-47B0-98CE-643FF56073C9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b="1"/>
            <a:t>Dele informasjon innad i gruppa, identifisere og analysere sentrale områder i en oppgave/prosjekt, og å ta beslutninger om videreføring. </a:t>
          </a:r>
          <a:endParaRPr lang="en-US" b="1"/>
        </a:p>
      </dgm:t>
    </dgm:pt>
    <dgm:pt modelId="{DB301FEC-FD90-4FF4-ABA5-2E1D911E1659}" type="parTrans" cxnId="{23B022D6-E61D-45FD-82BC-66CBAF18AFDD}">
      <dgm:prSet/>
      <dgm:spPr/>
      <dgm:t>
        <a:bodyPr/>
        <a:lstStyle/>
        <a:p>
          <a:endParaRPr lang="en-US"/>
        </a:p>
      </dgm:t>
    </dgm:pt>
    <dgm:pt modelId="{31D042FB-B151-4648-8E54-5D9613DE2E1C}" type="sibTrans" cxnId="{23B022D6-E61D-45FD-82BC-66CBAF18AF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B11174-56FF-41D1-BBB5-473F31C3AE29}">
      <dgm:prSet/>
      <dgm:spPr/>
      <dgm:t>
        <a:bodyPr/>
        <a:lstStyle/>
        <a:p>
          <a:pPr>
            <a:lnSpc>
              <a:spcPct val="100000"/>
            </a:lnSpc>
          </a:pPr>
          <a:r>
            <a:rPr lang="nb-NO"/>
            <a:t>Tar omtrent 1 time, og kan brukes i alle fasene av prosjektet. </a:t>
          </a:r>
          <a:endParaRPr lang="en-US"/>
        </a:p>
      </dgm:t>
    </dgm:pt>
    <dgm:pt modelId="{8A00ADB9-9B40-4310-A644-E5CF36B7B078}" type="parTrans" cxnId="{6562870F-6D15-4EA6-8560-8DB60AB945DC}">
      <dgm:prSet/>
      <dgm:spPr/>
      <dgm:t>
        <a:bodyPr/>
        <a:lstStyle/>
        <a:p>
          <a:endParaRPr lang="en-US"/>
        </a:p>
      </dgm:t>
    </dgm:pt>
    <dgm:pt modelId="{1D29B7D7-940B-423E-BC17-65EF739E4E61}" type="sibTrans" cxnId="{6562870F-6D15-4EA6-8560-8DB60AB945DC}">
      <dgm:prSet/>
      <dgm:spPr/>
      <dgm:t>
        <a:bodyPr/>
        <a:lstStyle/>
        <a:p>
          <a:endParaRPr lang="en-US"/>
        </a:p>
      </dgm:t>
    </dgm:pt>
    <dgm:pt modelId="{EB0BEEB3-0EA3-4DCE-BCE7-994B912E9325}" type="pres">
      <dgm:prSet presAssocID="{F120ACCE-5A97-425A-AE62-81F9134FD2FD}" presName="root" presStyleCnt="0">
        <dgm:presLayoutVars>
          <dgm:dir/>
          <dgm:resizeHandles val="exact"/>
        </dgm:presLayoutVars>
      </dgm:prSet>
      <dgm:spPr/>
    </dgm:pt>
    <dgm:pt modelId="{E9CD0F3E-3F07-41E0-9865-5D3BBF642F82}" type="pres">
      <dgm:prSet presAssocID="{F120ACCE-5A97-425A-AE62-81F9134FD2FD}" presName="container" presStyleCnt="0">
        <dgm:presLayoutVars>
          <dgm:dir/>
          <dgm:resizeHandles val="exact"/>
        </dgm:presLayoutVars>
      </dgm:prSet>
      <dgm:spPr/>
    </dgm:pt>
    <dgm:pt modelId="{B842F80F-0BAC-4005-9A85-4961EB616983}" type="pres">
      <dgm:prSet presAssocID="{ED85130F-9290-47B0-98CE-643FF56073C9}" presName="compNode" presStyleCnt="0"/>
      <dgm:spPr/>
    </dgm:pt>
    <dgm:pt modelId="{F152823A-3463-4585-AB9E-2EDED61178BC}" type="pres">
      <dgm:prSet presAssocID="{ED85130F-9290-47B0-98CE-643FF56073C9}" presName="iconBgRect" presStyleLbl="bgShp" presStyleIdx="0" presStyleCnt="2"/>
      <dgm:spPr/>
    </dgm:pt>
    <dgm:pt modelId="{F88103DB-785A-4F8B-9F3F-C6E96B75BBF5}" type="pres">
      <dgm:prSet presAssocID="{ED85130F-9290-47B0-98CE-643FF56073C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CA30D89-5618-44C9-A45B-0B80404386BE}" type="pres">
      <dgm:prSet presAssocID="{ED85130F-9290-47B0-98CE-643FF56073C9}" presName="spaceRect" presStyleCnt="0"/>
      <dgm:spPr/>
    </dgm:pt>
    <dgm:pt modelId="{D90254C5-0F7F-4F6A-BE4B-DAB3FC26A9FB}" type="pres">
      <dgm:prSet presAssocID="{ED85130F-9290-47B0-98CE-643FF56073C9}" presName="textRect" presStyleLbl="revTx" presStyleIdx="0" presStyleCnt="2">
        <dgm:presLayoutVars>
          <dgm:chMax val="1"/>
          <dgm:chPref val="1"/>
        </dgm:presLayoutVars>
      </dgm:prSet>
      <dgm:spPr/>
    </dgm:pt>
    <dgm:pt modelId="{28E4F655-2AAA-4BE5-8042-9E3FB6EE63EB}" type="pres">
      <dgm:prSet presAssocID="{31D042FB-B151-4648-8E54-5D9613DE2E1C}" presName="sibTrans" presStyleLbl="sibTrans2D1" presStyleIdx="0" presStyleCnt="0"/>
      <dgm:spPr/>
    </dgm:pt>
    <dgm:pt modelId="{923E455F-F643-4E01-A685-F4042645CF82}" type="pres">
      <dgm:prSet presAssocID="{2CB11174-56FF-41D1-BBB5-473F31C3AE29}" presName="compNode" presStyleCnt="0"/>
      <dgm:spPr/>
    </dgm:pt>
    <dgm:pt modelId="{9DBC3793-052A-464E-9079-578EA1011F64}" type="pres">
      <dgm:prSet presAssocID="{2CB11174-56FF-41D1-BBB5-473F31C3AE29}" presName="iconBgRect" presStyleLbl="bgShp" presStyleIdx="1" presStyleCnt="2"/>
      <dgm:spPr/>
    </dgm:pt>
    <dgm:pt modelId="{E2CCE0C6-163A-45E1-BB50-9D65A9D4F13C}" type="pres">
      <dgm:prSet presAssocID="{2CB11174-56FF-41D1-BBB5-473F31C3AE2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peklokke"/>
        </a:ext>
      </dgm:extLst>
    </dgm:pt>
    <dgm:pt modelId="{85DC477E-6815-44BA-9F79-AA98612BE66F}" type="pres">
      <dgm:prSet presAssocID="{2CB11174-56FF-41D1-BBB5-473F31C3AE29}" presName="spaceRect" presStyleCnt="0"/>
      <dgm:spPr/>
    </dgm:pt>
    <dgm:pt modelId="{B6DC7346-BB9B-4565-9710-731D4CDE0CB6}" type="pres">
      <dgm:prSet presAssocID="{2CB11174-56FF-41D1-BBB5-473F31C3AE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562870F-6D15-4EA6-8560-8DB60AB945DC}" srcId="{F120ACCE-5A97-425A-AE62-81F9134FD2FD}" destId="{2CB11174-56FF-41D1-BBB5-473F31C3AE29}" srcOrd="1" destOrd="0" parTransId="{8A00ADB9-9B40-4310-A644-E5CF36B7B078}" sibTransId="{1D29B7D7-940B-423E-BC17-65EF739E4E61}"/>
    <dgm:cxn modelId="{57EF951C-32B4-584F-AAFE-F7D77EBCBA03}" type="presOf" srcId="{31D042FB-B151-4648-8E54-5D9613DE2E1C}" destId="{28E4F655-2AAA-4BE5-8042-9E3FB6EE63EB}" srcOrd="0" destOrd="0" presId="urn:microsoft.com/office/officeart/2018/2/layout/IconCircleList"/>
    <dgm:cxn modelId="{FB3D5F41-A880-E24E-B2C6-0368AB513383}" type="presOf" srcId="{ED85130F-9290-47B0-98CE-643FF56073C9}" destId="{D90254C5-0F7F-4F6A-BE4B-DAB3FC26A9FB}" srcOrd="0" destOrd="0" presId="urn:microsoft.com/office/officeart/2018/2/layout/IconCircleList"/>
    <dgm:cxn modelId="{6B791249-65CD-4741-B272-42FACD724B66}" type="presOf" srcId="{F120ACCE-5A97-425A-AE62-81F9134FD2FD}" destId="{EB0BEEB3-0EA3-4DCE-BCE7-994B912E9325}" srcOrd="0" destOrd="0" presId="urn:microsoft.com/office/officeart/2018/2/layout/IconCircleList"/>
    <dgm:cxn modelId="{48428ABA-5737-4941-AA39-024EEB027A13}" type="presOf" srcId="{2CB11174-56FF-41D1-BBB5-473F31C3AE29}" destId="{B6DC7346-BB9B-4565-9710-731D4CDE0CB6}" srcOrd="0" destOrd="0" presId="urn:microsoft.com/office/officeart/2018/2/layout/IconCircleList"/>
    <dgm:cxn modelId="{23B022D6-E61D-45FD-82BC-66CBAF18AFDD}" srcId="{F120ACCE-5A97-425A-AE62-81F9134FD2FD}" destId="{ED85130F-9290-47B0-98CE-643FF56073C9}" srcOrd="0" destOrd="0" parTransId="{DB301FEC-FD90-4FF4-ABA5-2E1D911E1659}" sibTransId="{31D042FB-B151-4648-8E54-5D9613DE2E1C}"/>
    <dgm:cxn modelId="{46A79D71-4E4F-FF48-9F1A-AC261C0FF919}" type="presParOf" srcId="{EB0BEEB3-0EA3-4DCE-BCE7-994B912E9325}" destId="{E9CD0F3E-3F07-41E0-9865-5D3BBF642F82}" srcOrd="0" destOrd="0" presId="urn:microsoft.com/office/officeart/2018/2/layout/IconCircleList"/>
    <dgm:cxn modelId="{FCC8CF21-DAAD-474D-A407-911D6C949F7D}" type="presParOf" srcId="{E9CD0F3E-3F07-41E0-9865-5D3BBF642F82}" destId="{B842F80F-0BAC-4005-9A85-4961EB616983}" srcOrd="0" destOrd="0" presId="urn:microsoft.com/office/officeart/2018/2/layout/IconCircleList"/>
    <dgm:cxn modelId="{2ED6D441-66D9-A84E-B810-9D53A563EA4A}" type="presParOf" srcId="{B842F80F-0BAC-4005-9A85-4961EB616983}" destId="{F152823A-3463-4585-AB9E-2EDED61178BC}" srcOrd="0" destOrd="0" presId="urn:microsoft.com/office/officeart/2018/2/layout/IconCircleList"/>
    <dgm:cxn modelId="{D84D962D-B95A-4147-A68E-E9D22D3C3810}" type="presParOf" srcId="{B842F80F-0BAC-4005-9A85-4961EB616983}" destId="{F88103DB-785A-4F8B-9F3F-C6E96B75BBF5}" srcOrd="1" destOrd="0" presId="urn:microsoft.com/office/officeart/2018/2/layout/IconCircleList"/>
    <dgm:cxn modelId="{2A561597-6CA9-B044-830B-D2AEACCF7EE8}" type="presParOf" srcId="{B842F80F-0BAC-4005-9A85-4961EB616983}" destId="{1CA30D89-5618-44C9-A45B-0B80404386BE}" srcOrd="2" destOrd="0" presId="urn:microsoft.com/office/officeart/2018/2/layout/IconCircleList"/>
    <dgm:cxn modelId="{7B1519AF-44C4-FA4A-91FA-D7C4C5B3D12D}" type="presParOf" srcId="{B842F80F-0BAC-4005-9A85-4961EB616983}" destId="{D90254C5-0F7F-4F6A-BE4B-DAB3FC26A9FB}" srcOrd="3" destOrd="0" presId="urn:microsoft.com/office/officeart/2018/2/layout/IconCircleList"/>
    <dgm:cxn modelId="{113B62BC-3C3D-384A-8626-37A638FE07AE}" type="presParOf" srcId="{E9CD0F3E-3F07-41E0-9865-5D3BBF642F82}" destId="{28E4F655-2AAA-4BE5-8042-9E3FB6EE63EB}" srcOrd="1" destOrd="0" presId="urn:microsoft.com/office/officeart/2018/2/layout/IconCircleList"/>
    <dgm:cxn modelId="{39F01033-C3AF-604D-A6EC-EE5FC40386F3}" type="presParOf" srcId="{E9CD0F3E-3F07-41E0-9865-5D3BBF642F82}" destId="{923E455F-F643-4E01-A685-F4042645CF82}" srcOrd="2" destOrd="0" presId="urn:microsoft.com/office/officeart/2018/2/layout/IconCircleList"/>
    <dgm:cxn modelId="{AA821896-B211-DE48-BB36-088EDD70E5D5}" type="presParOf" srcId="{923E455F-F643-4E01-A685-F4042645CF82}" destId="{9DBC3793-052A-464E-9079-578EA1011F64}" srcOrd="0" destOrd="0" presId="urn:microsoft.com/office/officeart/2018/2/layout/IconCircleList"/>
    <dgm:cxn modelId="{E82D3BBD-7652-F546-9A10-CF0595BDB6FC}" type="presParOf" srcId="{923E455F-F643-4E01-A685-F4042645CF82}" destId="{E2CCE0C6-163A-45E1-BB50-9D65A9D4F13C}" srcOrd="1" destOrd="0" presId="urn:microsoft.com/office/officeart/2018/2/layout/IconCircleList"/>
    <dgm:cxn modelId="{5E2C67FE-11E2-D043-8F01-3487BC261B74}" type="presParOf" srcId="{923E455F-F643-4E01-A685-F4042645CF82}" destId="{85DC477E-6815-44BA-9F79-AA98612BE66F}" srcOrd="2" destOrd="0" presId="urn:microsoft.com/office/officeart/2018/2/layout/IconCircleList"/>
    <dgm:cxn modelId="{EAD69FBE-58EA-AB4F-8442-A71149A3CEE8}" type="presParOf" srcId="{923E455F-F643-4E01-A685-F4042645CF82}" destId="{B6DC7346-BB9B-4565-9710-731D4CDE0CB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5AE29F-A404-4B29-8634-39F29DD38634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30C0E-FA8B-434F-8CC9-84830AD129A2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01601-277E-4B99-85DB-99214A663742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800" kern="1200"/>
            <a:t>SWOT-analysen gjennomføres på </a:t>
          </a:r>
          <a:r>
            <a:rPr lang="nb-NO" sz="2800" kern="1200" err="1"/>
            <a:t>Miro</a:t>
          </a:r>
          <a:endParaRPr lang="en-US" sz="2800" kern="1200"/>
        </a:p>
      </dsp:txBody>
      <dsp:txXfrm>
        <a:off x="1507738" y="707092"/>
        <a:ext cx="9007861" cy="1305401"/>
      </dsp:txXfrm>
    </dsp:sp>
    <dsp:sp modelId="{B140B6BC-66CA-4F86-A703-995A3407D6CF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45DAEF-9E20-47A7-B401-68BC797E4973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17443-BD19-4FFB-995B-D2DEDF067071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800" kern="1200"/>
            <a:t>Inne på kunngjøringer ligger det en link til hver gruppe sin </a:t>
          </a:r>
          <a:r>
            <a:rPr lang="nb-NO" sz="2800" kern="1200" err="1"/>
            <a:t>Miro</a:t>
          </a:r>
          <a:r>
            <a:rPr lang="nb-NO" sz="2800" kern="1200"/>
            <a:t>-tavle</a:t>
          </a:r>
          <a:endParaRPr lang="en-US" sz="2800" kern="1200"/>
        </a:p>
      </dsp:txBody>
      <dsp:txXfrm>
        <a:off x="1507738" y="2338844"/>
        <a:ext cx="9007861" cy="1305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2823A-3463-4585-AB9E-2EDED61178BC}">
      <dsp:nvSpPr>
        <dsp:cNvPr id="0" name=""/>
        <dsp:cNvSpPr/>
      </dsp:nvSpPr>
      <dsp:spPr>
        <a:xfrm>
          <a:off x="144200" y="1865564"/>
          <a:ext cx="1555703" cy="1555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8103DB-785A-4F8B-9F3F-C6E96B75BBF5}">
      <dsp:nvSpPr>
        <dsp:cNvPr id="0" name=""/>
        <dsp:cNvSpPr/>
      </dsp:nvSpPr>
      <dsp:spPr>
        <a:xfrm>
          <a:off x="470898" y="2192262"/>
          <a:ext cx="902308" cy="9023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254C5-0F7F-4F6A-BE4B-DAB3FC26A9FB}">
      <dsp:nvSpPr>
        <dsp:cNvPr id="0" name=""/>
        <dsp:cNvSpPr/>
      </dsp:nvSpPr>
      <dsp:spPr>
        <a:xfrm>
          <a:off x="2033269" y="1865564"/>
          <a:ext cx="3667016" cy="155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000" b="1" kern="1200"/>
            <a:t>Dele informasjon innad i gruppa, identifisere og analysere sentrale områder i en oppgave/prosjekt, og å ta beslutninger om videreføring. </a:t>
          </a:r>
          <a:endParaRPr lang="en-US" sz="2000" b="1" kern="1200"/>
        </a:p>
      </dsp:txBody>
      <dsp:txXfrm>
        <a:off x="2033269" y="1865564"/>
        <a:ext cx="3667016" cy="1555703"/>
      </dsp:txXfrm>
    </dsp:sp>
    <dsp:sp modelId="{9DBC3793-052A-464E-9079-578EA1011F64}">
      <dsp:nvSpPr>
        <dsp:cNvPr id="0" name=""/>
        <dsp:cNvSpPr/>
      </dsp:nvSpPr>
      <dsp:spPr>
        <a:xfrm>
          <a:off x="6339235" y="1865564"/>
          <a:ext cx="1555703" cy="1555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CE0C6-163A-45E1-BB50-9D65A9D4F13C}">
      <dsp:nvSpPr>
        <dsp:cNvPr id="0" name=""/>
        <dsp:cNvSpPr/>
      </dsp:nvSpPr>
      <dsp:spPr>
        <a:xfrm>
          <a:off x="6665933" y="2192262"/>
          <a:ext cx="902308" cy="9023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C7346-BB9B-4565-9710-731D4CDE0CB6}">
      <dsp:nvSpPr>
        <dsp:cNvPr id="0" name=""/>
        <dsp:cNvSpPr/>
      </dsp:nvSpPr>
      <dsp:spPr>
        <a:xfrm>
          <a:off x="8228304" y="1865564"/>
          <a:ext cx="3667016" cy="155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000" kern="1200"/>
            <a:t>Tar omtrent 1 time, og kan brukes i alle fasene av prosjektet. </a:t>
          </a:r>
          <a:endParaRPr lang="en-US" sz="2000" kern="1200"/>
        </a:p>
      </dsp:txBody>
      <dsp:txXfrm>
        <a:off x="8228304" y="1865564"/>
        <a:ext cx="3667016" cy="1555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55B892C-492F-4D33-87F2-21E2477AB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0CB3776-2261-4560-9FC8-A0B5E21CF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C370FD1-D560-4258-B579-B0AE31A1E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0267044-CE28-4A86-912C-6DF95BBFD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DB4B3A7-C348-4A4E-A076-A3AE72D2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03190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58A28AB-864A-42DE-8118-839B41B2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210D62E-9DFF-40A2-88C5-D6E35A723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DDB4AB2-B73D-49E8-9639-199E474D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80620A6-B240-4F92-9FC6-1D91072C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8A4BE96-71E0-4727-8926-15F480BEA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7609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7E6AFEB-9220-456A-9B8A-3F269639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E8A7067-9B7B-4A6C-92FD-371174442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359049B-701D-4193-A61D-2EC2AFFD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2E75BFD-3B88-4A5B-9C03-2A3FD8BD6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9A3A5E9-3588-4469-8931-BD0018B3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912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6040898-C96F-4394-BD81-487AEA68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654C78D-F3E1-4477-A18F-81C87F6072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C78CDCC5-7E05-4D82-976F-4FD2A24CA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5B3DD69D-1885-40E0-A65F-C3438856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C04D6336-1602-4927-9EDB-1934D198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F06ABB50-D9E3-42AC-858F-DBF9CD4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8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6AC412D-7123-4F08-ADF7-F86455A0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EDF25A5-9C90-465E-81C3-F440C341A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E282959-F1C2-48D6-B8B9-B6B05DBD6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3F59B784-6C00-49C1-8523-F5974BD0E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723FA495-7543-44D0-A71F-C5FD0D96C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75595FD8-73FC-4D44-AC8F-5FE309A0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71BB0F19-6C9A-4719-BF9C-CB7BB713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AC1B572D-9214-48A1-9A45-A65BC41A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1248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12E5231-4018-4196-8FA7-17F6C5F6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7A57343-E55E-4128-B403-BEA8BB72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CCDB638D-9DDE-4555-9929-7F3FA33F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6D5817D-459D-455B-A6D5-EA14FD90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9881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253FC1BC-22E7-4FF9-9E9F-810805FC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51EFC0A0-7F57-452B-BEDB-D8343C3B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1115F18-072D-4878-B576-F5FEFA63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2126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57E9245-14CE-44B3-943D-29371679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BA4B9B7-F717-448F-A396-8BD113251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C8887F3-87AC-4BBE-A7FC-E0E6FC1F4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1FBB7D6-9BA5-4126-AA09-01B157D5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C78839C9-79D5-4C60-9C11-5AFC4712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982F5E3-8CC8-444F-9C06-C354586E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33918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116490D-5CD1-4B8B-BC53-742B66FEE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D679F174-A2B5-4E19-A7D2-414571FA7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A75CFA54-A98C-44FB-A059-9A6595AF9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B320255-028A-46D7-B029-B19668F1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900AC417-2F9B-469A-83D6-D6ED25532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9F92576-65F3-42B6-AEA3-E9464A84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059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96E5CF1-82CE-46F8-B6A1-1A780FA6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7428645-2C25-4C00-A8C0-589468E67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895C23A-BD86-4126-B1A8-17DF4635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942612D-7E63-42D8-A4BC-4D712EBF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A1F5C02-A0C8-4B83-AAF1-9CC36648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9348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C8C87C86-8C05-4C44-ADCB-F58348A60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B7CB5AA5-5F5A-4EF1-B5B4-74EBFD779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7AF741F-D4B8-47D9-8953-650CA1221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581FA73-E9F7-4F4C-8F47-53404698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07585ED-1548-42F8-A22D-28844A64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708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234511F0-89B3-413C-A236-04A3086D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2FD8EDC-B846-42BD-937F-666308428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F821E12-9D1F-4240-A0AC-1D6BE7E4D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E8EBB-8D33-493C-B73E-8C312D9465E3}" type="datetimeFigureOut">
              <a:rPr lang="nb-NO" smtClean="0"/>
              <a:t>16.03.2022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F547B84-6742-449D-940A-53224822C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A2339F2-8FA2-4A89-BFAA-32B4FF840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6DC0F-BAF6-426F-BF4A-2B1841471D3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133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70">
            <a:extLst>
              <a:ext uri="{FF2B5EF4-FFF2-40B4-BE49-F238E27FC236}">
                <a16:creationId xmlns:a16="http://schemas.microsoft.com/office/drawing/2014/main" id="{026A84AF-6F58-471A-BF1F-10D8C0351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EDAAC9F-17F2-442F-999E-27E70FE64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073" y="1668483"/>
            <a:ext cx="4327566" cy="1120549"/>
          </a:xfrm>
          <a:noFill/>
        </p:spPr>
        <p:txBody>
          <a:bodyPr>
            <a:normAutofit/>
          </a:bodyPr>
          <a:lstStyle/>
          <a:p>
            <a:pPr algn="l"/>
            <a:r>
              <a:rPr lang="nb-NO" sz="5200">
                <a:solidFill>
                  <a:schemeClr val="accent6"/>
                </a:solidFill>
              </a:rPr>
              <a:t>SWOT</a:t>
            </a:r>
            <a:r>
              <a:rPr lang="nb-NO" sz="5200"/>
              <a:t>-analyse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6B78B3E-48AD-44C7-8A1C-51B41F88C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726" y="2942406"/>
            <a:ext cx="6113813" cy="1881109"/>
          </a:xfrm>
          <a:noFill/>
        </p:spPr>
        <p:txBody>
          <a:bodyPr>
            <a:normAutofit/>
          </a:bodyPr>
          <a:lstStyle/>
          <a:p>
            <a:pPr algn="l"/>
            <a:r>
              <a:rPr lang="nb-NO">
                <a:solidFill>
                  <a:schemeClr val="accent6"/>
                </a:solidFill>
              </a:rPr>
              <a:t>S</a:t>
            </a:r>
            <a:r>
              <a:rPr lang="nb-NO"/>
              <a:t>treanghts </a:t>
            </a:r>
          </a:p>
          <a:p>
            <a:pPr algn="l"/>
            <a:r>
              <a:rPr lang="nb-NO">
                <a:solidFill>
                  <a:schemeClr val="accent6"/>
                </a:solidFill>
              </a:rPr>
              <a:t>W</a:t>
            </a:r>
            <a:r>
              <a:rPr lang="nb-NO"/>
              <a:t>eaknesses </a:t>
            </a:r>
          </a:p>
          <a:p>
            <a:pPr algn="l"/>
            <a:r>
              <a:rPr lang="nb-NO">
                <a:solidFill>
                  <a:schemeClr val="accent6"/>
                </a:solidFill>
              </a:rPr>
              <a:t>O</a:t>
            </a:r>
            <a:r>
              <a:rPr lang="nb-NO"/>
              <a:t>pportunities </a:t>
            </a:r>
          </a:p>
          <a:p>
            <a:pPr algn="l"/>
            <a:r>
              <a:rPr lang="nb-NO">
                <a:solidFill>
                  <a:schemeClr val="accent6"/>
                </a:solidFill>
              </a:rPr>
              <a:t>T</a:t>
            </a:r>
            <a:r>
              <a:rPr lang="nb-NO"/>
              <a:t>hreats</a:t>
            </a:r>
          </a:p>
        </p:txBody>
      </p:sp>
      <p:pic>
        <p:nvPicPr>
          <p:cNvPr id="1026" name="Picture 2" descr="SWOT-analyse – Wikipedia">
            <a:extLst>
              <a:ext uri="{FF2B5EF4-FFF2-40B4-BE49-F238E27FC236}">
                <a16:creationId xmlns:a16="http://schemas.microsoft.com/office/drawing/2014/main" id="{B8A984B3-BC0C-C141-8545-A23DB22ED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1" r="2" b="2"/>
          <a:stretch/>
        </p:blipFill>
        <p:spPr bwMode="auto">
          <a:xfrm>
            <a:off x="6246421" y="641545"/>
            <a:ext cx="5838701" cy="557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456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072754-BA79-F140-8C58-2AAC7AB2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Praktisk </a:t>
            </a:r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CDDD0440-C520-CC01-2FCA-DF9F099287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20308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93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5AE8BCE6-8290-4FB3-AADB-8A98030FB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4081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nb-NO" sz="5200"/>
              <a:t>Hensikt med øvelsen</a:t>
            </a:r>
          </a:p>
        </p:txBody>
      </p: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A1B24C5A-6B76-DDC4-94E7-DDBA8364F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2141007"/>
              </p:ext>
            </p:extLst>
          </p:nvPr>
        </p:nvGraphicFramePr>
        <p:xfrm>
          <a:off x="149430" y="1484416"/>
          <a:ext cx="12039521" cy="5286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23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EF29AEA-FD9A-44FD-BD38-428BDD58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nb-NO" sz="4200"/>
              <a:t>Gjennomføring av øvelsen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7F1E404-656D-476D-809B-8F030077F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nb-NO" sz="2200"/>
              <a:t>(5 min) Gruppa definerer ett område i prosjektet de vil arbeide med.</a:t>
            </a:r>
          </a:p>
          <a:p>
            <a:pPr marL="514350" indent="-514350">
              <a:buAutoNum type="arabicPeriod"/>
            </a:pPr>
            <a:r>
              <a:rPr lang="nb-NO" sz="2200"/>
              <a:t>(30 min) Gruppa diskuterer området. Til dette identifiserer man styrker, svakheter, muligheter og trusler. De skrives på lapper I hver sin farge og henges opp på arket.</a:t>
            </a:r>
          </a:p>
          <a:p>
            <a:pPr marL="514350" indent="-514350">
              <a:buAutoNum type="arabicPeriod"/>
            </a:pPr>
            <a:r>
              <a:rPr lang="nb-NO" sz="2200"/>
              <a:t>(10 min) Lappene gjennomgås av gruppa. Fjern overflødige/ikke relevante lapper. Føy eventuelt til nye.</a:t>
            </a:r>
          </a:p>
          <a:p>
            <a:pPr marL="514350" indent="-514350">
              <a:buAutoNum type="arabicPeriod"/>
            </a:pPr>
            <a:r>
              <a:rPr lang="nb-NO" sz="2200" dirty="0"/>
              <a:t>(10 min) Gruppa beslutter hvordan de skal arbeide videre innenfor hvert område. Bruk STYRKER til å utnytte MULIGHETER og redusere TRUSLER. Se på hvordan MULIGHETER kan utnyttes for å </a:t>
            </a:r>
            <a:r>
              <a:rPr lang="nb-NO" sz="2200"/>
              <a:t>redusere SVAKHETER. Beslutningene trenger </a:t>
            </a:r>
            <a:r>
              <a:rPr lang="nb-NO" sz="2200" dirty="0"/>
              <a:t>ikke å tas nå, men kan bli bestemt på et senere angitt tidspunkt</a:t>
            </a:r>
            <a:endParaRPr lang="nb-NO" sz="2200" dirty="0">
              <a:cs typeface="Calibri"/>
            </a:endParaRPr>
          </a:p>
          <a:p>
            <a:pPr marL="514350" indent="-514350">
              <a:buAutoNum type="arabicPeriod"/>
            </a:pPr>
            <a:r>
              <a:rPr lang="nb-NO" sz="2200"/>
              <a:t>(5 min) Gruppa skriver referat, som inkluderer alle lappene og grunnlag for videre arbeid. Kan brukes i prosessrapporten og refleksjonsskriv. </a:t>
            </a:r>
          </a:p>
        </p:txBody>
      </p:sp>
    </p:spTree>
    <p:extLst>
      <p:ext uri="{BB962C8B-B14F-4D97-AF65-F5344CB8AC3E}">
        <p14:creationId xmlns:p14="http://schemas.microsoft.com/office/powerpoint/2010/main" val="233499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CB761C4-8F85-493C-A0B6-F30B1F88D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007" y="1879296"/>
            <a:ext cx="2249020" cy="3228753"/>
          </a:xfrm>
        </p:spPr>
        <p:txBody>
          <a:bodyPr>
            <a:normAutofit/>
          </a:bodyPr>
          <a:lstStyle/>
          <a:p>
            <a:r>
              <a:rPr lang="nb-NO">
                <a:solidFill>
                  <a:srgbClr val="FFFFFF"/>
                </a:solidFill>
                <a:cs typeface="Calibri Light"/>
              </a:rPr>
              <a:t>Tips til øvelsen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DA4742F-EDE4-4CF5-96C9-54BC40D8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nb-NO">
                <a:cs typeface="Calibri" panose="020F0502020204030204"/>
              </a:rPr>
              <a:t>Det kan være hensiktsmessig å gjøre en forenklet analyse helt først, der det bare fokuseres på styrker og svakheter. Dette kan diskuteres muntlig. Videre kan muligheter og trusler drøftes ut ifra disse. </a:t>
            </a:r>
          </a:p>
        </p:txBody>
      </p:sp>
    </p:spTree>
    <p:extLst>
      <p:ext uri="{BB962C8B-B14F-4D97-AF65-F5344CB8AC3E}">
        <p14:creationId xmlns:p14="http://schemas.microsoft.com/office/powerpoint/2010/main" val="376384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A2D28DF1762847A6CDE21D5778D0E0" ma:contentTypeVersion="8" ma:contentTypeDescription="Create a new document." ma:contentTypeScope="" ma:versionID="ffa3a5aa5595aef3c569a818ed9c1b90">
  <xsd:schema xmlns:xsd="http://www.w3.org/2001/XMLSchema" xmlns:xs="http://www.w3.org/2001/XMLSchema" xmlns:p="http://schemas.microsoft.com/office/2006/metadata/properties" xmlns:ns2="a587c37e-243f-42de-b6a9-6cc66b06ea00" targetNamespace="http://schemas.microsoft.com/office/2006/metadata/properties" ma:root="true" ma:fieldsID="5d0f2e8c8fefacb23e3756bba3652c86" ns2:_="">
    <xsd:import namespace="a587c37e-243f-42de-b6a9-6cc66b06ea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87c37e-243f-42de-b6a9-6cc66b06ea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8901DC-92FD-4477-9507-DAB63DD068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AA4475-4B8E-47AB-8BDE-E2C6B9E6B445}">
  <ds:schemaRefs>
    <ds:schemaRef ds:uri="a587c37e-243f-42de-b6a9-6cc66b06ea0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179E6D-72C3-4127-AEB9-248D2D3D9F9E}">
  <ds:schemaRefs>
    <ds:schemaRef ds:uri="a587c37e-243f-42de-b6a9-6cc66b06ea0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Office-tema</vt:lpstr>
      <vt:lpstr>SWOT-analyse</vt:lpstr>
      <vt:lpstr>Praktisk </vt:lpstr>
      <vt:lpstr>Hensikt med øvelsen</vt:lpstr>
      <vt:lpstr>Gjennomføring av øvelsen</vt:lpstr>
      <vt:lpstr>Tips til øvelsen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SWOT-a</dc:title>
  <dc:creator>Sebastian Kvisvik Jacobsen</dc:creator>
  <cp:revision>7</cp:revision>
  <dcterms:created xsi:type="dcterms:W3CDTF">2022-03-15T19:24:07Z</dcterms:created>
  <dcterms:modified xsi:type="dcterms:W3CDTF">2022-03-16T07:24:09Z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0x010100BDA2D28DF1762847A6CDE21D5778D0E0</vt:lpwstr>
  </property>
</Properties>
</file>